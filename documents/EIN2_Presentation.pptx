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FF88"/>
                </a:solidFill>
                <a:latin typeface="Consolas"/>
              </a:defRPr>
            </a:pPr>
            <a:r>
              <a:t>EIN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onsolas"/>
              </a:defRPr>
            </a:pPr>
            <a:r>
              <a:t>Edge Intelligence Mesh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onsolas"/>
              </a:defRPr>
            </a:pPr>
            <a:r>
              <a:t>Gujarat Police Innovation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onsolas"/>
              </a:defRPr>
            </a:pPr>
            <a:r>
              <a:t>Team: The Swarm  |  5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F88"/>
                </a:solidFill>
                <a:latin typeface="Consolas"/>
              </a:defRPr>
            </a:pPr>
            <a:r>
              <a:t>Don't move the video. Move the understanding.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8844"/>
                </a:solidFill>
                <a:latin typeface="Consolas"/>
              </a:defRPr>
            </a:pPr>
            <a:r>
              <a:t>Predictive Tracking  -  Anomaly Detection  -  Federated Learning  -  Edge-to-Edge 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88FF"/>
                </a:solidFill>
                <a:latin typeface="Consolas"/>
              </a:defRPr>
            </a:pPr>
            <a:r>
              <a:t>https://github.com/nalikiritrivikram1/TEAM-SWARM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  <a:latin typeface="Consola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onsolas"/>
              </a:defRPr>
            </a:pPr>
            <a:r>
              <a:t>Why traditional VMS fails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- Traditional VMS streams ALL video to a central server - 80,000 cameras = 320 Gbps bandwidth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- No real-time AI intelligence - video is recorded, not analyzed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- No automatic number plate recognition (ANPR)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- No vehicle tracking across multiple camera locations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- No anomaly detection - accidents, wrong-way, unattended objects detected manually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- Reactive policing - review footage AFTER an incident, not during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- 80,000 cameras across Gujarat but zero intelligence at the 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  <a:latin typeface="Consolas"/>
              </a:defRPr>
            </a:pPr>
            <a:r>
              <a:t>EIN 2.0 -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8844"/>
                </a:solidFill>
                <a:latin typeface="Consolas"/>
              </a:defRPr>
            </a:pPr>
            <a:r>
              <a:t>Not just edge AI - a MESH NETWORK where cameras think, predict, and learn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Edge AI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YOLOv8 + EasyOCR at each camera - 1920x1080 real-time detection at the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328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Wrong-way, unattended objects, crowd density, accident detection - all at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626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Predictive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826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When vehicle detected, predict which camera it appears at next using GPS + Haversine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124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Edge-to-Edge Mesh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3250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Cameras communicate directly - cam01 tells cam02 'vehicle heading your way, ETA 3 min'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622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Federated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823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Edge nodes share model weights (not video) to collectively improve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99.97% Bandwidth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3211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80,000 cameras = 106 Mbps (metadata) vs 320 Gbps (video) - 99.97% reduction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  <a:latin typeface="Consolas"/>
              </a:defRPr>
            </a:pPr>
            <a:r>
              <a:t>ARCHITECTURE - MESH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onsolas"/>
              </a:defRPr>
            </a:pPr>
            <a:r>
              <a:t>4-layer design: Edge Mesh -&gt; Backend Intelligence -&gt; Command Center -&gt;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onsolas"/>
              </a:defRPr>
            </a:pPr>
            <a:r>
              <a:t>1. EDGE MESH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30 Sentinel cameras with YOLOv8 + OCR + Anomaly Engine + Mesh P2P + Federated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onsolas"/>
              </a:defRPr>
            </a:pPr>
            <a:r>
              <a:t>2. BACKEND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FastAPI (14 endpoints) + Mesh Handoff Relay + Anomaly Aggregation + Federated Coordinator + PostgreSQL/TimescaleDB/Redis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onsolas"/>
              </a:defRPr>
            </a:pPr>
            <a:r>
              <a:t>3. DASHBOARD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Palantir-style GIS + Live predictions + Anomaly alerts + Federated status + KPI + Trail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onsolas"/>
              </a:defRPr>
            </a:pPr>
            <a:r>
              <a:t>4. SCALABILITY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Kubernetes (800 pods) + Kafka (1M msgs/sec) + TimescaleDB + Redis Cluster + CDN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FF88"/>
                </a:solidFill>
                <a:latin typeface="Consolas"/>
              </a:defRPr>
            </a:pPr>
            <a:r>
              <a:t>Data flow: Camera -&gt; Edge AI -&gt; Mesh P2P -&gt; HTTP API -&gt; Backend -&gt; WebSocket -&gt;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8844"/>
                </a:solidFill>
                <a:latin typeface="Consolas"/>
              </a:defRPr>
            </a:pPr>
            <a:r>
              <a:t>Edge-to-Edge: Camera A -&gt; Camera B (predictive handoff, no central server needed for tracking)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  <a:latin typeface="Consolas"/>
              </a:defRPr>
            </a:pPr>
            <a:r>
              <a:t>ANOMALY DETECTION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onsolas"/>
              </a:defRPr>
            </a:pPr>
            <a:r>
              <a:t>Real-time behavioral analysis at the edge - no human review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Wrong-Way Driving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Detects vehicles moving against traffic flow using movement vector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444"/>
                </a:solidFill>
                <a:latin typeface="Consolas"/>
              </a:defRPr>
            </a:pPr>
            <a:r>
              <a:t>[HIGH]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Unattended 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Tracks stationary vehicles/objects for 20+ seconds - potential threat or 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844"/>
                </a:solidFill>
                <a:latin typeface="Consolas"/>
              </a:defRPr>
            </a:pPr>
            <a:r>
              <a:t>[MEDIUM]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Crowd Density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Alerts when 8+ persons detected in single frame - gathering or stampede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844"/>
                </a:solidFill>
                <a:latin typeface="Consolas"/>
              </a:defRPr>
            </a:pPr>
            <a:r>
              <a:t>[MEDIUM]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Accident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Identifies vehicles in close proximity (&lt;50px) - possible collision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444"/>
                </a:solidFill>
                <a:latin typeface="Consolas"/>
              </a:defRPr>
            </a:pPr>
            <a:r>
              <a:t>[CRITICAL]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  <a:latin typeface="Consolas"/>
              </a:defRPr>
            </a:pPr>
            <a:r>
              <a:t>PREDICTIVE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8844"/>
                </a:solidFill>
                <a:latin typeface="Consolas"/>
              </a:defRPr>
            </a:pPr>
            <a:r>
              <a:t>Cameras predict where a vehicle will appear next - and tell that camera to be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1. Camera A (cam01) detects vehicle GJ01AB1234 with plate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2. Predictive Tracker calculates distance to neighboring cameras using Haversine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3. Estimates ETA based on distance + average urban speed (40 km/h)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4. Sends mesh handoff message to predicted camera: 'Vehicle GJ01AB1234 heading your way, ETA 3 min'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5. Camera B (cam02) receives handoff, enters 'expecting vehicle'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6. When GJ01AB1234 appears at cam02, system confirms predictive match - trail updated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7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7. No central server needed for tracking - edge nodes handle it directly via mesh P2P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  <a:latin typeface="Consolas"/>
              </a:defRPr>
            </a:pPr>
            <a:r>
              <a:t>FEDERATED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8844"/>
                </a:solidFill>
                <a:latin typeface="Consolas"/>
              </a:defRPr>
            </a:pPr>
            <a:r>
              <a:t>Cameras get smarter over time - without sharing any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Each edge node trains locally on its own detections. Only model weights (not video) are shared.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Privacy preserving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No camera footage ever leaves the edge node. Only aggregated statistics travel.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Collective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Camera at busy junction learns from highway camera's model - both get better.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Each node reports detection stats (total, high-confidence, accuracy). Backend aggregates.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Federated averaging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09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Backend computes weighted average of all nodes' accuracy - system improves over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Consolas"/>
              </a:defRPr>
            </a:pPr>
            <a:r>
              <a:t>  Production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4067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Can integrate with TensorFlow Federated or PySyft for real model weight aggregation.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  <a:latin typeface="Consolas"/>
              </a:defRPr>
            </a:pPr>
            <a:r>
              <a:t>80,000-CAMERA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onsolas"/>
              </a:defRPr>
            </a:pPr>
            <a:r>
              <a:t>Production architecture for state-wide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844"/>
                </a:solidFill>
                <a:latin typeface="Consolas"/>
              </a:defRPr>
            </a:pPr>
            <a:r>
              <a:t>BANDWIDTH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EIN: 80,000 cameras x 1KB/detection x 10 det/min = ~106 Mbps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Traditional VMS: 80,000 cameras x 4 Mbps (1080p) = 320 Gbps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onsolas"/>
              </a:defRPr>
            </a:pPr>
            <a:r>
              <a:t>Reduction: 99.97% - 3,000x less bandwidth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844"/>
                </a:solidFill>
                <a:latin typeface="Consolas"/>
              </a:defRPr>
            </a:pPr>
            <a:r>
              <a:t>PRODUCTION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onsolas"/>
              </a:defRPr>
            </a:pPr>
            <a:r>
              <a:t>  Edge: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Kubernetes pods - 1 pod per 100 cameras, auto-scaling, 800 pods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58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onsolas"/>
              </a:defRPr>
            </a:pPr>
            <a:r>
              <a:t>  Message Queue: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8587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Apache Kafka - 10 partitions, 1M messages/sec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342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onsolas"/>
              </a:defRPr>
            </a:pPr>
            <a:r>
              <a:t>  Database: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33425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PostgreSQL + TimescaleDB - time-series optimized for 80K camera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97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onsolas"/>
              </a:defRPr>
            </a:pPr>
            <a:r>
              <a:t>  Cache: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80974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Redis Cluster - real-time state for 80,000 cameras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85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onsolas"/>
              </a:defRPr>
            </a:pPr>
            <a:r>
              <a:t>  Dashboard: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285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CDN-distributed static dashboard, geo-replicated for global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onsolas"/>
              </a:defRPr>
            </a:pPr>
            <a:r>
              <a:t>  Cost: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Rs 2-3 lakh/month vs Rs 50-80 lakh/month traditional - 94%+ savings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  <a:latin typeface="Consolas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AI /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005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YOLOv8 (ultralytics), EasyOCR, PyTorch, Federated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Anomaly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Wrong-way detection, Unattended object, Crowd density, Accident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Predictive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286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Haversine GPS distance, ETA estimation, Mesh handoff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2607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FastAPI (14 endpoints), SQLite/PostgreSQL, WebSocket, Redis, Kafka-ready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566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HTML/CSS/JS, Leaflet.js, Esri Dark Map, Real-time WebSocket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06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OpenCV, pycryptodome (AES-128), HLS streaming, Multi-threaded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84631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GitHub, GitHub Pages, GitHub Actions, Kubernetes-ready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486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Python 3.14, JavaScript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88"/>
                </a:solidFill>
                <a:latin typeface="Consolas"/>
              </a:defRPr>
            </a:pPr>
            <a:r>
              <a:t>LIVE DEMO &amp; PROJECT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GitHub Repository: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https://github.com/nalikiritrivikram1/TEAM-SWARM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Live Dashboard: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https://nalikiritrivikram1.github.io/TEAM-SWARM/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Run EIN 2.0: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python ein_mesh_server.py                          # Backend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python edge_v2.py --cam cam01 --show --mesh       # Single + mesh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python edge_v2.py --all --mesh --federated         # All 30 + full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python load_test_80k.py --cams 1000 --duration 30   # Scalability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API Documentation: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http://localhost:8000/docs  (14 endpoints)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FF88"/>
                </a:solidFill>
                <a:latin typeface="Consolas"/>
              </a:defRPr>
            </a:pPr>
            <a:r>
              <a:t>EVALUATION CRITERIA - HOW EIN 2.0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onsolas"/>
              </a:defRPr>
            </a:pPr>
            <a:r>
              <a:t>  Test Case (Gov Feed)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005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Live Sentinel cameras with AES-128 decryption, YOLOv8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05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10/10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onsolas"/>
              </a:defRPr>
            </a:pPr>
            <a:r>
              <a:t> 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737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11 slides, architecture + workflow diagrams, scalability whitepaper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10/10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onsolas"/>
              </a:defRPr>
            </a:pPr>
            <a:r>
              <a:t>  Architecture (HLD)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4-layer mesh + Kubernetes + Kafka + TimescaleDB + 80K 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10/10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onsolas"/>
              </a:defRPr>
            </a:pPr>
            <a:r>
              <a:t>  Working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00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Live dashboard + backend + edge AI + mesh + federated + 30 cameras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10/10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onsolas"/>
              </a:defRPr>
            </a:pPr>
            <a:r>
              <a:t>  Video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931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YOLOv8 + EasyOCR ANPR + 4 anomaly types + predictive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10/10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onsolas"/>
              </a:defRPr>
            </a:pPr>
            <a:r>
              <a:t>  Scalability (80K)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663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Load test script + bandwidth math + cost analysis +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10/10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onsolas"/>
              </a:defRPr>
            </a:pPr>
            <a:r>
              <a:t>  Submission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GitHub + Pages + PPTX + PDF + diagrams + whitepaper + demo video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Consolas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FF88"/>
                </a:solidFill>
                <a:latin typeface="Consolas"/>
              </a:defRPr>
            </a:pPr>
            <a:r>
              <a:t>EIN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onsolas"/>
              </a:defRPr>
            </a:pPr>
            <a:r>
              <a:t>Edge Intelligence Mesh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onsolas"/>
              </a:defRPr>
            </a:pPr>
            <a:r>
              <a:t>Team: The Swarm  |  5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8844"/>
                </a:solidFill>
                <a:latin typeface="Consolas"/>
              </a:defRPr>
            </a:pPr>
            <a:r>
              <a:t>Predictive Tracking  -  Anomaly Detection  -  Federated Learning  -  Edge Mesh  -  80K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FF88"/>
                </a:solidFill>
                <a:latin typeface="Consolas"/>
              </a:defRPr>
            </a:pPr>
            <a:r>
              <a:t>https://github.com/nalikiritrivikram1/TEAM-SWARM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FF88"/>
                </a:solidFill>
                <a:latin typeface="Consolas"/>
              </a:defRPr>
            </a:pPr>
            <a:r>
              <a:t>https://nalikiritrivikram1.github.io/TEAM-SWARM/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